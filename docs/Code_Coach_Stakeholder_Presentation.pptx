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457200"/>
          </a:xfrm>
          <a:prstGeom prst="rect">
            <a:avLst/>
          </a:prstGeom>
          <a:solidFill>
            <a:srgbClr val="1E40A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274320"/>
          </a:xfrm>
          <a:prstGeom prst="rect">
            <a:avLst/>
          </a:prstGeom>
          <a:solidFill>
            <a:srgbClr val="F3F4F6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Code Coach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Understanding Code You Didn't Write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3F4F6"/>
                </a:solidFill>
              </a:rPr>
              <a:t>Stakeholder Presentation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F4F6"/>
                </a:solidFill>
              </a:rPr>
              <a:t>January 2025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The Problem We Solve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2563EB"/>
                </a:solidFill>
              </a:rPr>
              <a:t>58%</a:t>
            </a:r>
            <a:pPr indent="0" marL="0">
              <a:buNone/>
            </a:pPr>
            <a:endParaRPr lang="en-US" sz="7200" dirty="0"/>
          </a:p>
          <a:p>
            <a:pPr indent="0" marL="0">
              <a:buNone/>
            </a:pPr>
            <a:r>
              <a:rPr lang="en-US" sz="2400" dirty="0">
                <a:solidFill>
                  <a:srgbClr val="1F2937"/>
                </a:solidFill>
              </a:rPr>
              <a:t>of developer time is spent</a:t>
            </a:r>
            <a:endParaRPr lang="en-US" sz="7200" dirty="0"/>
          </a:p>
          <a:p>
            <a:pPr indent="0" marL="0">
              <a:buNone/>
            </a:pPr>
            <a:endParaRPr lang="en-US" sz="7200" dirty="0"/>
          </a:p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</a:rPr>
              <a:t>reading and understanding code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754880" y="1097280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Current tools optimize for the 42%
(code generation)
</a:t>
            </a:r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Code Coach optimizes for the 58%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(code understanding)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Sources: Microsoft Research, GitHub Developer Survey 2024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is Code Coach?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F2937"/>
                </a:solidFill>
              </a:rPr>
              <a:t>A VS Code extension that explains code you didn't write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0B981"/>
                </a:solidFill>
              </a:rPr>
              <a:t>●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Plain-English Explanations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474720" y="15544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Every explanation cites specific line numbers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0B981"/>
                </a:solidFill>
              </a:rPr>
              <a:t>●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057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Root-Cause Error Tracing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474720" y="20574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Traces errors back through call chains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5603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0B981"/>
                </a:solidFill>
              </a:rPr>
              <a:t>●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2560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Privacy-First Architecture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74720" y="25603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Works offline, local LLMs, or redacted cloud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0632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0B981"/>
                </a:solidFill>
              </a:rPr>
              <a:t>●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3063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Team Configuration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74720" y="30632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Share settings via git, not per-user setup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5661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0B981"/>
                </a:solidFill>
              </a:rPr>
              <a:t>●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" y="3566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Test Gap Analysis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474720" y="35661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Shows which branches lack test coverage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40690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0B981"/>
                </a:solidFill>
              </a:rPr>
              <a:t>●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31520" y="4069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Deep Dive Sidebar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474720" y="40690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One-click access to usages, blame, history, tests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GitHub Copilot vs Code Coach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F2937"/>
                </a:solidFill>
              </a:rPr>
              <a:t>Different Tools for Different Problems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087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Aspect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926080" y="1508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GitHub Copilot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0" y="1508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Code Coach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8229600" cy="41148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011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Primary Function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926080" y="2011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Code generation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0" y="2011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Code understanding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377440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423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Target User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26080" y="2423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Writing new code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0" y="2423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Reading unfamiliar code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788920"/>
            <a:ext cx="8229600" cy="41148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8346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AI Role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926080" y="2834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Autocomplete + agent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0" y="2834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Explanation + citation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200400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246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Trust Model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926080" y="3246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"Trust the output"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43600" y="3246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"Verify with citations"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611880"/>
            <a:ext cx="8229600" cy="41148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657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Privacy Default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926080" y="3657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Cloud-first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943600" y="3657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Offline-first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023360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40690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Team Config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926080" y="4069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Per-user / Enterprise only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943600" y="4069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Git-tracked, free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Key Feature: Cited Explanations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F2937"/>
                </a:solidFill>
              </a:rPr>
              <a:t>Every claim links to specific source lines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029200" cy="2011680"/>
          </a:xfrm>
          <a:prstGeom prst="rect">
            <a:avLst/>
          </a:prstGeom>
          <a:solidFill>
            <a:srgbClr val="F3F4F6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Code Coach Explanation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4572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This function validates user input by:
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1. Checking for empty strings 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(line 12-14)
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2. Validating email format via regex 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(line 16)
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3. Throwing ValidationError on failure 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(line 18)
</a:t>
            </a:r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✓ 3 citations verified against source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0" y="1463040"/>
            <a:ext cx="3017520" cy="2011680"/>
          </a:xfrm>
          <a:prstGeom prst="rect">
            <a:avLst/>
          </a:prstGeom>
          <a:solidFill>
            <a:srgbClr val="F3F4F6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0" y="1554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</a:rPr>
              <a:t>Copilot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852160" y="192024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Generates explanations without line references.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No way to verify accuracy.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Users must trust output blindly.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Why it matters: Verifiable explanations build trust and reduce errors in understanding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Key Feature: Root-Cause Error Tracing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F2937"/>
                </a:solidFill>
              </a:rPr>
              <a:t>Traces errors back to their true origin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228600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54480"/>
            <a:ext cx="7863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Error: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Cannot read property 'name' of undefined
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at formatUser (utils.ts:45)
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at processResponse (api.ts:23)
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at fetchData (service.ts:12)
</a:t>
            </a:r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 Code Coach: Trace Diagnostic Origin ─────────────┐
</a:t>
            </a:r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Root Cause: service.ts:8                         │
</a:t>
            </a:r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 │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The `user` parameter can be undefined when API   │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returns empty (api.ts:20), but formatUser()      │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doesn't handle this case (utils.ts:45).          │
</a:t>
            </a:r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└──────────────────────────────────────────────────┘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</a:rPr>
              <a:t>Copilot: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Can explain what an error means. Cannot trace why it happened.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Enterprise-Grade Privacy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F2937"/>
                </a:solidFill>
              </a:rPr>
              <a:t>Four privacy modes for any compliance requirement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087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Mode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737360" y="15087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Network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017520" y="15087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What It Does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35040" y="15087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Use Case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99339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offline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737360" y="199339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None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17520" y="199339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Static analysis only - zero network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35040" y="199339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Air-gapped environments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45059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737360" y="245059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localhost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017520" y="245059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Local LLMs (Ollama, LM Studio)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35040" y="245059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Data never leaves machine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290779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redacted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737360" y="290779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Cloud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017520" y="290779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Strips comments, strings, secrets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035040" y="290779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Cloud AI with protection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36499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737360" y="336499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Cloud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017520" y="336499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Full context to trusted provider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035040" y="336499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Maximum AI capability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vs Copilot: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Requires Enterprise plan ($39/user/month) for data exclusion policies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Team-Shareable Configuration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F2937"/>
                </a:solidFill>
              </a:rPr>
              <a:t>Settings committed to git, not locked in VS Code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572000" cy="256032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54480"/>
            <a:ext cx="4206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.code-coach/config.json (git-tracked)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"ai": {
</a:t>
            </a:r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"enabled":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true,
</a:t>
            </a:r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"provider": </a:t>
            </a:r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"openrouter",
</a:t>
            </a:r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"model": </a:t>
            </a:r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"anthropic/claude-3.5-sonnet"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"privacy": {
</a:t>
            </a:r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"mode": </a:t>
            </a:r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"redacted",
</a:t>
            </a:r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"redactPatterns": </a:t>
            </a:r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["API_KEY=.*"]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212080" y="14630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Benefits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212080" y="19202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B981"/>
                </a:solidFill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577840" y="19202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New team members get settings automatically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212080" y="23317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B981"/>
                </a:solidFill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577840" y="23317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Consistent AI behavior across team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212080" y="274320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B981"/>
                </a:solidFill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577840" y="27432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Privacy policies enforced project-wide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12080" y="31546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B981"/>
                </a:solidFill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577840" y="31546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No per-user configuration needed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12080" y="35661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B981"/>
                </a:solidFill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577840" y="35661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Settings evolve with codebase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Copilot: Settings are per-user or require Business/Enterprise plan for org policies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Pricing: Code Coach vs Copilot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840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4300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Feature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0" y="114300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Copilot Free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937760" y="114300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Copilot Pro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75120" y="114300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Code Coach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481328"/>
            <a:ext cx="8229600" cy="384048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52704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Price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0" y="152704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$0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37760" y="152704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$10/mo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675120" y="152704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$0 (BYOK)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1865376"/>
            <a:ext cx="82296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191109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Code Explanations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0" y="191109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50 chats/mo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191109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Unlimited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75120" y="1911096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Unlimited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249424"/>
            <a:ext cx="8229600" cy="384048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29514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Offline Mode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00400" y="229514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✗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229514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✗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75120" y="2295144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✓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2633472"/>
            <a:ext cx="82296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267919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Local LLMs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00400" y="267919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✗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37760" y="267919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✗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675120" y="267919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✓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017520"/>
            <a:ext cx="8229600" cy="384048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306324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Team Config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00400" y="30632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✗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37760" y="30632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✗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675120" y="306324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✓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3401568"/>
            <a:ext cx="82296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344728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Citation Verification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200400" y="344728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✗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37760" y="344728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✗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675120" y="344728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✓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3785616"/>
            <a:ext cx="8229600" cy="384048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9" name="Text 37"/>
          <p:cNvSpPr/>
          <p:nvPr/>
        </p:nvSpPr>
        <p:spPr>
          <a:xfrm>
            <a:off x="548640" y="383133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Coverage Analysis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200400" y="383133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✗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937760" y="383133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✗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675120" y="3831336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✓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7200" y="4169664"/>
            <a:ext cx="82296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548640" y="421538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Error Tracing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200400" y="421538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✗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937760" y="421538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✗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675120" y="4215384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✓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BYOK = Bring Your Own Key. Use your existing OpenRouter, OpenAI, Anthropic, or local LLM.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Target Customer Segments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37160" cy="5943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05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Privacy-Conscious Teams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474720" y="10058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Pain: Can't send code to cloud AI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126480" y="10058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</a:rPr>
              <a:t>Solution: Offline mode + local LLMs + redaction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137160" cy="5943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691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Onboarding New Developers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0" y="1691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Pain: Ramping up takes weeks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126480" y="16916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</a:rPr>
              <a:t>Solution: Deep Dive + Explain Selection + AI summaries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137160" cy="5943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377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Debugging Complex Issues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2377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Pain: Error traces are cryptic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126480" y="23774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</a:rPr>
              <a:t>Solution: Trace Diagnostic Origin + stack parsing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063240"/>
            <a:ext cx="137160" cy="5943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063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Teams with Coverage Requirements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74720" y="30632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Pain: Don't know what tests missing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26480" y="30632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</a:rPr>
              <a:t>Solution: Test Gap Finder + branch visualization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749040"/>
            <a:ext cx="137160" cy="5943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749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Compliance-Driven Enterprises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74720" y="37490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Pain: Need audit trails for AI usage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26480" y="37490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</a:rPr>
              <a:t>Solution: Audit logging + allowed domains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Product Roadmap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01168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Now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Core Platform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• Cited explanations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• Privacy modes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6517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• Team config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30175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• Test gap analysis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33832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• Deep Dive sidebar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06040" y="1005840"/>
            <a:ext cx="201168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2606040" y="1051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Q2 2025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06040" y="1508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Team Intelligence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97480" y="19202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• Explain Diff (PR summaries)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97480" y="22860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• Team pinned symbols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97480" y="26517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• Onboarding tours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97480" y="30175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• Explanation templates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1005840"/>
            <a:ext cx="201168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1051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Q3 2025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54880" y="1508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Learning Layer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19202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• Concept extraction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0" y="22860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• Knowledge graph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26517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• Quiz mode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30175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• Progress tracking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903720" y="1005840"/>
            <a:ext cx="201168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6903720" y="1051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Q4 2025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03720" y="1508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Enterprise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995160" y="19202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• Audit logging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995160" y="22860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• SSO integration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995160" y="26517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• Custom model endpoints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995160" y="30175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• Role-based access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Competitive Moat &amp; Response Strategy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6858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43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If Copilot adds explanations: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63EB"/>
                </a:solidFill>
              </a:rPr>
              <a:t>Emphasize citations. "Copilot explains. Code Coach proves it."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822960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920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If Copilot adds offline mode: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240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63EB"/>
                </a:solidFill>
              </a:rPr>
              <a:t>Already have it + team config + privacy modes.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651760"/>
            <a:ext cx="8229600" cy="6858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697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If Copilot adds coverage: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017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63EB"/>
                </a:solidFill>
              </a:rPr>
              <a:t>Deep integration with test frameworks + mutation testing.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429000"/>
            <a:ext cx="822960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474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If Copilot adds team config: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37947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63EB"/>
                </a:solidFill>
              </a:rPr>
              <a:t>Already shipped + team annotations + onboarding tours.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Core Insight: Copilot is a generation tool. Code Coach is an understanding tool.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They complement each other—for the 58% of time reading code, Code Coach is the better choice.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Key Messages by Audience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1371600"/>
          </a:xfrm>
          <a:prstGeom prst="rect">
            <a:avLst/>
          </a:prstGeom>
          <a:solidFill>
            <a:srgbClr val="F3F4F6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For Marketing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</a:rPr>
              <a:t>"GitHub Copilot writes code you don't understand.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</a:rPr>
              <a:t>Code Coach explains code you didn't write."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1371600"/>
          </a:xfrm>
          <a:prstGeom prst="rect">
            <a:avLst/>
          </a:prstGeom>
          <a:solidFill>
            <a:srgbClr val="F3F4F6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For Sales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50876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</a:rPr>
              <a:t>"Your developers spend 58% of their time reading code. Copilot ignores that. We optimize for it."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3931920" cy="1371600"/>
          </a:xfrm>
          <a:prstGeom prst="rect">
            <a:avLst/>
          </a:prstGeom>
          <a:solidFill>
            <a:srgbClr val="F3F4F6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97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For Technical Audience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0175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</a:rPr>
              <a:t>"Cited explanations. Root-cause tracing. Offline-first privacy. Team-shareable config. Everything Copilot isn't."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2606040"/>
            <a:ext cx="3931920" cy="1371600"/>
          </a:xfrm>
          <a:prstGeom prst="rect">
            <a:avLst/>
          </a:prstGeom>
          <a:solidFill>
            <a:srgbClr val="F3F4F6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2697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For Privacy-Focused Buyers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30175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</a:rPr>
              <a:t>"Four privacy modes from fully offline to full cloud. No $39/user enterprise plan required."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Summary: The Code Coach Advantage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828800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6128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Trust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468880" y="1161288"/>
            <a:ext cx="6217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Citations verify every claim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1828800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1848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Debugging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468880" y="1618488"/>
            <a:ext cx="6217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Static call-chain tracing to root cause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1828800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07568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Privacy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468880" y="2075688"/>
            <a:ext cx="6217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Offline-first with four modes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1828800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53288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Teams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468880" y="2532888"/>
            <a:ext cx="6217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Git-tracked configuration sharing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1828800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99008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Testing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468880" y="2990088"/>
            <a:ext cx="6217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Coverage-aware gap analysis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383280"/>
            <a:ext cx="1828800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44728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Cost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468880" y="3447288"/>
            <a:ext cx="6217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Free with BYOK vs $10-39/month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1828800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90448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Flexibility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468880" y="3904488"/>
            <a:ext cx="6217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Any OpenAI-compatible endpoint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The fundamental insight: Copilot optimizes for writing (42%). Code Coach optimizes for reading (58%).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Next Steps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1. Try Code Coach in your VS Code environment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514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2. Evaluate with a pilot team (2-4 weeks)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3. Compare developer productivity metrics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3520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4. Roll out team configuration via git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F4F6"/>
                </a:solidFill>
              </a:rPr>
              <a:t>Questions?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2026-01-07T17:46:25Z</dcterms:created>
  <dcterms:modified xsi:type="dcterms:W3CDTF">2026-01-07T17:46:25Z</dcterms:modified>
</cp:coreProperties>
</file>